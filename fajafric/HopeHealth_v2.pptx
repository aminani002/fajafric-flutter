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3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BEA"/>
                </a:solidFill>
              </a:rPr>
              <a:t>React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995160" y="228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228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BEA"/>
                </a:solidFill>
              </a:rPr>
              <a:t>Laravel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46720" y="228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28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BEA"/>
                </a:solidFill>
              </a:rPr>
              <a:t>Flutter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6126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612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BEA"/>
                </a:solidFill>
              </a:rPr>
              <a:t>MySQL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95160" y="6126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612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BEA"/>
                </a:solidFill>
              </a:rPr>
              <a:t>Jitsi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2286000" cy="45720"/>
          </a:xfrm>
          <a:prstGeom prst="rect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Hope &amp; Health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800" dirty="0">
                <a:solidFill>
                  <a:srgbClr val="7ECBEA"/>
                </a:solidFill>
              </a:rPr>
              <a:t>FAJAFRIC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ECBEA"/>
                </a:solidFill>
              </a:rPr>
              <a:t>Plateforme Digitale de Santé pour l'Afrique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12233">
              <a:alpha val="70000"/>
            </a:srgbClr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91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ECBEA"/>
                </a:solidFill>
              </a:rPr>
              <a:t>Auteure : </a:t>
            </a:r>
            <a:r>
              <a:rPr lang="en-US" sz="1100" dirty="0">
                <a:solidFill>
                  <a:srgbClr val="FFFFFF"/>
                </a:solidFill>
              </a:rPr>
              <a:t>Amy Diouf
</a:t>
            </a:r>
            <a:r>
              <a:rPr lang="en-US" sz="1100" b="1" dirty="0">
                <a:solidFill>
                  <a:srgbClr val="7ECBEA"/>
                </a:solidFill>
              </a:rPr>
              <a:t>Formation : </a:t>
            </a:r>
            <a:r>
              <a:rPr lang="en-US" sz="1100" dirty="0">
                <a:solidFill>
                  <a:srgbClr val="FFFFFF"/>
                </a:solidFill>
              </a:rPr>
              <a:t>DI2 — OMNIA School of Business and Technology
</a:t>
            </a:r>
            <a:r>
              <a:rPr lang="en-US" sz="1100" b="1" dirty="0">
                <a:solidFill>
                  <a:srgbClr val="7ECBEA"/>
                </a:solidFill>
              </a:rPr>
              <a:t>Année : </a:t>
            </a:r>
            <a:r>
              <a:rPr lang="en-US" sz="1100" dirty="0">
                <a:solidFill>
                  <a:srgbClr val="FFFFFF"/>
                </a:solidFill>
              </a:rPr>
              <a:t>2025–2026  |  Projet de Fin d'Études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7ECBEA"/>
                </a:solidFill>
              </a:rPr>
              <a:t>PROJET ACADÉMIQUE</a:t>
            </a:r>
            <a:endParaRPr lang="en-US" sz="900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277" y="1019864"/>
            <a:ext cx="4810723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Problématique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Les défis que Hope &amp; Health résout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Accès difficile aux soins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Les patients peinent à trouver un médecin disponible et à prendre rendez-vous rapidement.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Suivi médical fragmenté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Les malades chroniques manquent d'outils pour suivre leur glycémie, tension ou poids au quotidien.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77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Manque de communication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Absence d'un canal direct et sécurisé entre patient et médecin entre les consultations.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Santé mentale négligée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Le bien-être psychologique est rarement intégré dans les plateformes de santé physique.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959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Distance géographique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Les patients éloignés des centres de santé ne peuvent pas consulter facilement.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677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Coûts élevés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Les consultations physiques répétées représentent un coût important pour les patients.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Notre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Une plateforme intégrée couvrant santé physique et bien-être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A5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64008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FAJAFRIC — Santé Physique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Prise de RDV (4 types de consultation)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Téléconsultation vidéo (Jitsi Meet)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Chat médical patient-médecin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3A"/>
                </a:solidFill>
              </a:rPr>
              <a:t>→  Suivi Santé mobile (tension, glycémie, SpO₂…)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090672"/>
            <a:ext cx="54864" cy="182880"/>
          </a:xfrm>
          <a:prstGeom prst="rect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A3A"/>
                </a:solidFill>
              </a:rPr>
              <a:t>→  Chatbot médical (15+ thèmes en français)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493008"/>
            <a:ext cx="54864" cy="182880"/>
          </a:xfrm>
          <a:prstGeom prst="rect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03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Dossier médical patient &amp; ordonnances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Notifications en temps réel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402336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051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78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YAAKAAR — Bien-être Psychologique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1792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Sessions de méditation guidées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Journal de l'humeur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596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Bibliothèque de ressources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Suivi bien-être personnalisé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→  Espace personnel et 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Fonctionnalités — Patient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Ce que le patient peut faire sur Fajafric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👨‍⚕️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Trouver un médecin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Recherche par spécialité, ville, disponibilité et type de consultation.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Prendre un RDV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4 types : cabinet, déplacement, téléconsultation, chat médical (gratuit).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77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Chat médical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Échange de messages texte et photos avec le médecin entre les consultations.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Téléconsultation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Appel vidéo en temps réel via Jitsi Meet, directement dans l'application.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DF7FF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959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Suivi Santé mobile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Tension, poids, glycémie, fréquence cardiaque, SpO₂ — stockage local.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286207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862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NOUVEAU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2179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DF7FF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677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Chatbot médical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825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15+ thèmes de santé en français, accessible 24h/24 depuis le mobile.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286207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862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NOUVEAU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Fonctionnalités — Médecin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Tableau de bord complet pour les professionnels de santé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Agenda des RDV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Vue complète de tous les rendez-vous, filtrables par statut avec compteurs.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Gestion des statuts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Confirmer, annuler ou terminer un rendez-vous en un clic.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26187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772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Liste des patients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16093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Accès aux profils patients avec pathologies et historique des consultations.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Statistiques &amp; Revenus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Suivi des revenus estimés par type de consultation et statistiques d'activité.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959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Notifications messages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Badge rouge sur messages non lus avec redirection directe vers le chat.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2834640" cy="1481328"/>
          </a:xfrm>
          <a:prstGeom prst="roundRect">
            <a:avLst>
              <a:gd name="adj" fmla="val 7407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2953512"/>
            <a:ext cx="475488" cy="47548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67728" y="29352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Téléconsultation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3009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2A3A"/>
                </a:solidFill>
              </a:rPr>
              <a:t>Rejoindre l'appel vidéo directement depuis l'agenda ou la vue d'ensemble.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Fonctionnalités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Les trois piliers techniques de Fajafric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1A5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Chat Médical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Texte + photos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Polling 3 secondes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Groupement par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Indicateurs lu/non-lu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Badge non lus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70248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Redirection directe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🎥  Téléconsultation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Jitsi Meet intégré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478024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Salle par RDV unique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926080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Prénom affiché auto.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374136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Micro &amp; caméra natifs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822192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Quitter = retour auto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427024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Patient + Médecin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Suivi Santé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46520" y="202996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Tension, poids, glycémie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2478024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Fréquence cardiaque, SpO₂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46520" y="2926080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Température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3374136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Stockage local SharedPrefs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822192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Historique + suppression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427024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Sans connexion réseau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Mobile Flutter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Refonte thème blanc/teal + nouvelles fonctionnalités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1A5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Thème Blanc/Teal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Palette #1A5F7A / #F0F8FB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Cohérent avec le site React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AppTheme.dart centralisé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Correction Flutter 3.35.6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ColorScheme.background supprimé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70248"/>
            <a:ext cx="91440" cy="9144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NavigationBar APIs corrigées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❤️  Suivi Santé Mobile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1155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NOUVEAU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Tension, poids, glycémie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478024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Fréquence cardiaque, SpO₂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2926080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Température corporelle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374136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Stockage SharedPreferences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3822192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Historique avec suppression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4270248"/>
            <a:ext cx="91440" cy="91440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Fonctionne hors-ligne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1051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Chatbot Médical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680960" y="11155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NOUVEAU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2029968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15+ thèmes de santé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2478024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Urgence, fièvre, tension…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2926080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Diabète, sommeil, COVID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3374136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Animation frappe (dots)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46520" y="3822192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3712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Chips de suggestion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4270248"/>
            <a:ext cx="91440" cy="914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Avertissement médical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Stack Full-Stack — Laravel · React · Flutter · MySQL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FRONTEND WEB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React 18 + Vite 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React Router DOM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Context API (Auth)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Jitsi React SDK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CSS Variables (thème)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109728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A5F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097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BACKEND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87752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Laravel 11 (PHP 8.1+)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7752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Laravel Sanctum (JWT)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87752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Eloquent ORM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7752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API REST (JSON)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87752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Notifications + Storage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09728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1097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MOBILE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64024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Flutter (Dart)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64024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SharedPreferences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64024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HTTP package (Dart)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4024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Thème blanc/teal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64024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Suivi Santé + Chatbot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109728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1097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BASE DE DONNÉES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0296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MySQL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0296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Users, Medecins, Patients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0296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Appointments (RDV)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0296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Messages &amp; Rapports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0296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· Health Metrics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Ce qui rend Hope &amp; Health unique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435608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Plateforme unifiée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08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Santé physique et mentale dans une seule application, pour une prise en charge globale du patient.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435608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58968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4 types de consultation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58968" y="1508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Cabinet, déplacement, téléconsultation et chat médical : flexibilité maximale pour tous.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734056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Nouvelles fonctionnalités mobiles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8072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Suivi Santé offline et Chatbot médical 24h/24 directement dans l'app Flutter.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2734056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58968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Thème blanc/teal unifié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28072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Interface cohérente entre le web React et l'app Flutter — palette Fajafric #1A5F7A.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032504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785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Communication intégrée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1056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Chat en temps réel et téléconsultation vidéo directement dans l'app, sans outil externe.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694176"/>
            <a:ext cx="4206240" cy="1161288"/>
          </a:xfrm>
          <a:prstGeom prst="roundRect">
            <a:avLst>
              <a:gd name="adj" fmla="val 7874"/>
            </a:avLst>
          </a:prstGeom>
          <a:solidFill>
            <a:srgbClr val="EAF4F9"/>
          </a:solidFill>
          <a:ln w="12700">
            <a:solidFill>
              <a:srgbClr val="C8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4032504"/>
            <a:ext cx="457200" cy="457200"/>
          </a:xfrm>
          <a:prstGeom prst="ellipse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8968" y="3785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</a:rPr>
              <a:t>Sécurisé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58968" y="41056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2A3A"/>
                </a:solidFill>
              </a:rPr>
              <a:t>Laravel Sanctum (tokens JWT), hachage des mots de passe, routes protégées par middleware.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Objectifs &amp;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CBEA"/>
                </a:solidFill>
              </a:rPr>
              <a:t>Ce que Hope &amp; Health cherche à accomplir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1A5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Court terme — Déjà réalisé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556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Connexion patients-médecins en Afrique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311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Prise de RDV multi-type (4 types)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066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Chat médical + téléconsultation vidéo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18211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Suivi Santé mobile (offline)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576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Chatbot médical (15+ thèmes)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06824"/>
            <a:ext cx="128016" cy="128016"/>
          </a:xfrm>
          <a:prstGeom prst="ellipse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1330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Refonte thème blanc/teal Flutter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402336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2A8B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0972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15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 terme — Perspectives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1929384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17556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Déploiement cloud (AWS, DigitalOcean)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04872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22311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Hébergement en production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880360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27066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Notifications push &amp; rappels de RDV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3355848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318211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Prescription électronique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6576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Paiement (Stripe, Wave, Orange Money)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4306824"/>
            <a:ext cx="128016" cy="128016"/>
          </a:xfrm>
          <a:prstGeom prst="ellipse">
            <a:avLst/>
          </a:prstGeom>
          <a:solidFill>
            <a:srgbClr val="2A8BAE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41330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2A3A"/>
                </a:solidFill>
              </a:rPr>
              <a:t>Expansion vers d'autres pays africains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Merci de votre attention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ECBEA"/>
                </a:solidFill>
              </a:rPr>
              <a:t>Hope &amp; Health — Fajafric + Yaakaar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Types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consultation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2402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Métriques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Suivi Santé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15+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Thèmes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Chatbot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224028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A5F7A"/>
          </a:solidFill>
          <a:ln w="12700">
            <a:solidFill>
              <a:srgbClr val="2A8B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304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Full-Stack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BEA"/>
                </a:solidFill>
              </a:rPr>
              <a:t>JS + PHP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794760"/>
            <a:ext cx="2743200" cy="36576"/>
          </a:xfrm>
          <a:prstGeom prst="rect">
            <a:avLst/>
          </a:prstGeom>
          <a:solidFill>
            <a:srgbClr val="C9920A"/>
          </a:solidFill>
          <a:ln w="12700">
            <a:solidFill>
              <a:srgbClr val="C99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7A92"/>
                </a:solidFill>
              </a:rPr>
              <a:t>Projet développé avec React (Vite) · Laravel · Flutter · MySQL · Jitsi Meet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CBEA"/>
                </a:solidFill>
              </a:rPr>
              <a:t>Hope &amp; Health —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990</Words>
  <Application>Microsoft Office PowerPoint</Application>
  <PresentationFormat>Affichage à l'écran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Fajafric / Hope &amp; Health</dc:title>
  <dc:subject>PptxGenJS Presentation</dc:subject>
  <dc:creator>Amy Diouf</dc:creator>
  <cp:lastModifiedBy>LONOVO</cp:lastModifiedBy>
  <cp:revision>3</cp:revision>
  <dcterms:created xsi:type="dcterms:W3CDTF">2026-07-03T21:15:03Z</dcterms:created>
  <dcterms:modified xsi:type="dcterms:W3CDTF">2026-07-03T22:20:47Z</dcterms:modified>
</cp:coreProperties>
</file>