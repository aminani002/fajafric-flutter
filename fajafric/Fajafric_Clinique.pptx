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3F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FAJAFRIC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8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Digitale de Santé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partenariat — À l'attention de votre clinique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2743200"/>
            <a:ext cx="27432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&amp; Health  •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défis des cliniques aujourd'hui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 w="12700">
            <a:solidFill>
              <a:srgbClr val="C8DD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Surcharge téléphonique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prise de rendez-vous par téléphone mobilise du personnel et génère des erreurs.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 w="12700">
            <a:solidFill>
              <a:srgbClr val="C8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Dossiers papier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fiches patients papier sont difficiles à retrouver, partager et sauvegarder.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 w="12700">
            <a:solidFill>
              <a:srgbClr val="C8DD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No-show &amp; annulations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patients oublient leurs RDV — aucun rappel automatisé disponible.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 w="12700">
            <a:solidFill>
              <a:srgbClr val="C8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Suivi post-consultation inexistant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429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canal simple entre médecin et patient après la consultation.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292608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 w="12700">
            <a:solidFill>
              <a:srgbClr val="C8DD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Visibilité limitée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429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médecins n'ont pas de tableau de bord pour suivre leur activité et revenus.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292608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 w="12700">
            <a:solidFill>
              <a:srgbClr val="C8DD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Accès limité aux soins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3429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patients éloignés ne peuvent pas consulter sans se déplacer.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Fajafric : la solution numérique pour votre clinique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plateforme qui relie vos médecins, vos patients et votre administration.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73736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1A5F7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828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vos patients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Prise de RDV en ligne 24h/24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Consultation vidéo depuis chez eux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Chat direct avec le médecin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Suivi santé mobile (tension, glycémie…)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Rappels automatiques de RDV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Application mobile Flutter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73736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828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vos médecins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377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Agenda numérique complet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7889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Dossier médical patient centralisé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3200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Ordonnances numériques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36118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Téléconsultation intégrée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4023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Statistiques &amp; revenus en temps réel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4434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Notifications de nouveaux messages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73736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0D3F52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828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votre clinique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2377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Réduction des appels entrants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7889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Moins de no-shows (rappels auto)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3200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Image moderne &amp; digitalisée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36118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Fidélisation des patients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4023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Données sécurisées (Laravel Sanctum)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4434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Rapport d'activité par médecin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Modes de consultation flexibles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1A5F7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Cabinet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patient vient physiquement à votre clinique. RDV réservé en ligne.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18872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🏠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1460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Domicile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14600" y="26060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médecin se déplace chez le patient. Géolocalisation intégrée.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0D3F52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🎥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6344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Téléconsultation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26060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vidéo via Jitsi Meet, sans installation, directement dans l'app.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118872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1A5F7A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💬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1228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Médical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12280" y="26060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par messages + photos. Idéal pour les suivis légers.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patients choisissent le mode qui leur convient — vous gérez tout depuis un seul tableau de bord.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médecin — Tout en un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E8F4F8"/>
          </a:solidFill>
          <a:ln w="12700">
            <a:solidFill>
              <a:srgbClr val="B8D9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984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Agenda complet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de tous les RDV du jour et de la semaine, filtrables par statut (confirmé, annulé, terminé).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E8F4F8"/>
          </a:solidFill>
          <a:ln w="12700">
            <a:solidFill>
              <a:srgbClr val="B8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2984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Gestion patients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1691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profils complets : pathologies, historique de consultations, dossiers médicaux.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E8F4F8"/>
          </a:solidFill>
          <a:ln w="12700">
            <a:solidFill>
              <a:srgbClr val="B8D9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2984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Rapport médical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1691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 20+ champs : symptômes, diagnostic, traitement, constantes vitales, ordonnances…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E8F4F8"/>
          </a:solidFill>
          <a:ln w="12700">
            <a:solidFill>
              <a:srgbClr val="B8D9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358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Statistiques &amp; revenus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4290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revenus estimés par type de consultation et statistiques d'activité du médecin.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29260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E8F4F8"/>
          </a:solidFill>
          <a:ln w="12700">
            <a:solidFill>
              <a:srgbClr val="B8D9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0358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Messagerie intégrée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4290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patient-médecin avec photos, badge de messages non lus, notifications en temps réel.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29260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E8F4F8"/>
          </a:solidFill>
          <a:ln w="12700">
            <a:solidFill>
              <a:srgbClr val="B8D9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30358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 Téléconsultation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34290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Rejoindre l'appel vidéo Jitsi directement depuis l'agenda, en un seul clic.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Flutter — Pour vos patients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4114800" cy="4137660"/>
          </a:xfrm>
          <a:prstGeom prst="rect">
            <a:avLst/>
          </a:prstGeom>
          <a:solidFill>
            <a:srgbClr val="0D3F5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📱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sur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3108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teal/blanc cohérente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9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site web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18872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E8F4F8"/>
          </a:solidFill>
          <a:ln w="12700">
            <a:solidFill>
              <a:srgbClr val="C8DD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2618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Suivi Santé offline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34840" y="15727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Tension, glycémie, poids, SpO₂, fréquence cardiaque — stocké localement, sans connexion.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214884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E8F4F8"/>
          </a:solidFill>
          <a:ln w="12700">
            <a:solidFill>
              <a:srgbClr val="C8DD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22219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Chatbot médical 24h/24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25328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thèmes de santé en français : urgences, fièvre, diabète, COVID, sommeil…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310896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E8F4F8"/>
          </a:solidFill>
          <a:ln w="12700">
            <a:solidFill>
              <a:srgbClr val="C8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31821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Notifications en temps réel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34930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de RDV, nouveaux messages du médecin, confirmations automatiques.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406908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E8F4F8"/>
          </a:solidFill>
          <a:ln w="12700">
            <a:solidFill>
              <a:srgbClr val="C8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41422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Mes rapports médicaux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44531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tous les comptes-rendus rédigés par le médecin après chaque consultation.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Confidentialité des données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protection des données médicales est au cœur de notre architecture.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E8F4F8"/>
          </a:solidFill>
          <a:ln w="12700">
            <a:solidFill>
              <a:srgbClr val="B8D9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Authentification JWT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Sanctum génère des tokens sécurisés pour chaque session utilisateur. Aucun mot de passe en clair.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69164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E8F4F8"/>
          </a:solidFill>
          <a:ln w="12700">
            <a:solidFill>
              <a:srgbClr val="B8D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828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Routes protégées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2402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endpoint API est protégé par middleware. Un patient ne peut accéder qu'à ses propres données.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E8F4F8"/>
          </a:solidFill>
          <a:ln w="12700">
            <a:solidFill>
              <a:srgbClr val="B8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74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Hachage des mots de passe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utilisé pour le stockage — les mots de passe ne sont jamais stockés en texte lisible.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3375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E8F4F8"/>
          </a:solidFill>
          <a:ln w="12700">
            <a:solidFill>
              <a:srgbClr val="B8D9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474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Données cloisonnées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886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médecin ne voit que ses propres patients. Aucune fuite de données entre comptes.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0" y="4617720"/>
            <a:ext cx="6400800" cy="411480"/>
          </a:xfrm>
          <a:prstGeom prst="roundRect">
            <a:avLst>
              <a:gd name="adj" fmla="val 22222"/>
            </a:avLst>
          </a:prstGeom>
          <a:solidFill>
            <a:srgbClr val="1A5F7A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617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éprouvé : Laravel 11 · MySQL · API REST · Flutter · React 18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choisir Fajafric pour votre clinique 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0D3F5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14300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0D3F52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1887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68880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14300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0D3F5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1887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dans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rapport médical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14300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0D3F52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1887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675120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Sanctum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606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Plateforme clé en main — aucune infrastructure à gérer pour la clinique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606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Interface simple et intuitive — formation minimale requise pour vos médecins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2918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Réduction des coûts administratifs — moins d'appels, moins de papier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Augmentation du nombre de consultations grâce à la téléconsultation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977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Fidélisation des patients avec une expérience digitale moderne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977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Données médicales centralisées et accessibles en temps réel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3F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1A5F7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Ensemble, digitalisons votre clinique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1A5F7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l'application en direct avec vos cas d'usage réels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50876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1A5F7A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60320" y="2194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d'essai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6517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d'un pilote avec vos médecins et patients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50876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1A5F7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63440" y="2194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personnalisé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6517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aux couleurs et aux besoins de votre clinique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75120" y="1508760"/>
            <a:ext cx="1920240" cy="2194560"/>
          </a:xfrm>
          <a:prstGeom prst="roundRect">
            <a:avLst>
              <a:gd name="adj" fmla="val 5714"/>
            </a:avLst>
          </a:prstGeom>
          <a:solidFill>
            <a:srgbClr val="1A5F7A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766560" y="2194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&amp; support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6517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de vos équipes et support technique continu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confiance — Fajafric · Hope &amp; Health ·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2026-07-14T00:15:56Z</dcterms:created>
  <dcterms:modified xsi:type="dcterms:W3CDTF">2026-07-14T00:15:56Z</dcterms:modified>
</cp:coreProperties>
</file>